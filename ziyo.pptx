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6" r:id="rId2"/>
    <p:sldId id="271" r:id="rId3"/>
    <p:sldId id="279" r:id="rId4"/>
    <p:sldId id="283" r:id="rId5"/>
    <p:sldId id="284" r:id="rId6"/>
    <p:sldId id="285" r:id="rId7"/>
    <p:sldId id="287" r:id="rId8"/>
    <p:sldId id="288" r:id="rId9"/>
    <p:sldId id="289" r:id="rId10"/>
    <p:sldId id="286" r:id="rId11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Добро пожаловать" id="{E75E278A-FF0E-49A4-B170-79828D63BBAD}">
          <p14:sldIdLst>
            <p14:sldId id="256"/>
          </p14:sldIdLst>
        </p14:section>
        <p14:section name="Конструктор, трансформация, добавление заметок, совместная работа, помощник" id="{B9B51309-D148-4332-87C2-07BE32FBCA3B}">
          <p14:sldIdLst>
            <p14:sldId id="271"/>
            <p14:sldId id="279"/>
            <p14:sldId id="283"/>
            <p14:sldId id="284"/>
            <p14:sldId id="285"/>
            <p14:sldId id="287"/>
            <p14:sldId id="288"/>
            <p14:sldId id="289"/>
            <p14:sldId id="286"/>
          </p14:sldIdLst>
        </p14:section>
        <p14:section name="Подробнее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Автор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241" autoAdjust="0"/>
  </p:normalViewPr>
  <p:slideViewPr>
    <p:cSldViewPr snapToGrid="0">
      <p:cViewPr varScale="1">
        <p:scale>
          <a:sx n="85" d="100"/>
          <a:sy n="85" d="100"/>
        </p:scale>
        <p:origin x="77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EF2CABD-ADFB-4662-86FE-964DAD288E0E}" type="datetime1">
              <a:rPr lang="ru-RU" smtClean="0"/>
              <a:t>20.02.2022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812D4-DBF0-450F-B19D-420CCD76CB60}" type="datetime1">
              <a:rPr lang="ru-RU" smtClean="0"/>
              <a:pPr/>
              <a:t>20.02.2022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3821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538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589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1320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92657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5409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8963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26657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597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cxnSp>
        <p:nvCxnSpPr>
          <p:cNvPr id="12" name="Прямая соединительная линия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  <p:sp>
        <p:nvSpPr>
          <p:cNvPr id="6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4BFA7FF-3CFD-4CAD-BB9E-67BC1F4C890D}" type="datetime1">
              <a:rPr lang="ru-RU" noProof="0" smtClean="0"/>
              <a:t>20.02.2022</a:t>
            </a:fld>
            <a:endParaRPr lang="ru-RU" noProof="0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10" name="Прямоугольник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0E309820-F966-41D6-9A9E-F094402396DD}" type="datetime1">
              <a:rPr lang="ru-RU" noProof="0" smtClean="0"/>
              <a:t>20.02.2022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8" name="Прямая соединительная линия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38200" y="2235200"/>
            <a:ext cx="10515600" cy="2387600"/>
          </a:xfrm>
        </p:spPr>
        <p:txBody>
          <a:bodyPr rtlCol="0" anchor="ctr" anchorCtr="0">
            <a:normAutofit fontScale="90000"/>
          </a:bodyPr>
          <a:lstStyle/>
          <a:p>
            <a:pPr algn="ctr" rtl="0"/>
            <a:r>
              <a:rPr lang="en-US" sz="4800" dirty="0">
                <a:solidFill>
                  <a:schemeClr val="bg1"/>
                </a:solidFill>
              </a:rPr>
              <a:t>NOGIRON BOLALARNING PSIXOLOGIK-PEDAGOGIK XUSUSIYATLARI AQLI ZAIF BOLARNING UMUMIY VA O'ZIGA XOS ETIOLOGIK XUSUSIYATI. TA'LIM MUASSASALARI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4294967295"/>
          </p:nvPr>
        </p:nvSpPr>
        <p:spPr>
          <a:xfrm>
            <a:off x="838200" y="5798098"/>
            <a:ext cx="2531047" cy="513644"/>
          </a:xfrm>
        </p:spPr>
        <p:txBody>
          <a:bodyPr rtlCol="0">
            <a:normAutofit fontScale="77500" lnSpcReduction="20000"/>
          </a:bodyPr>
          <a:lstStyle/>
          <a:p>
            <a:pPr marL="0" indent="0" rtl="0">
              <a:buNone/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USMONOVA MADINA</a:t>
            </a:r>
            <a:endParaRPr lang="ru-RU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DC5D24FC-DE85-4CDC-AEF9-A5BF4C057FD6}"/>
              </a:ext>
            </a:extLst>
          </p:cNvPr>
          <p:cNvSpPr txBox="1">
            <a:spLocks/>
          </p:cNvSpPr>
          <p:nvPr/>
        </p:nvSpPr>
        <p:spPr>
          <a:xfrm>
            <a:off x="6973711" y="5759840"/>
            <a:ext cx="4380089" cy="5136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00" dirty="0">
                <a:solidFill>
                  <a:schemeClr val="bg1"/>
                </a:solidFill>
                <a:latin typeface="+mj-lt"/>
              </a:rPr>
              <a:t>JIZZAX DAVLAT PEDAGOGIKA INSTITUTI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11365993" cy="640080"/>
          </a:xfrm>
        </p:spPr>
        <p:txBody>
          <a:bodyPr rtlCol="0">
            <a:noAutofit/>
          </a:bodyPr>
          <a:lstStyle/>
          <a:p>
            <a:pPr rtl="0"/>
            <a:endParaRPr lang="ru-RU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8" name="Объект 17"/>
          <p:cNvSpPr txBox="1">
            <a:spLocks/>
          </p:cNvSpPr>
          <p:nvPr/>
        </p:nvSpPr>
        <p:spPr>
          <a:xfrm>
            <a:off x="541609" y="1524708"/>
            <a:ext cx="10950479" cy="4774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O‘zbekiston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Respublikasi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Xalq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ta’limi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vazirligi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tomonidan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tasdiqlangan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umumiy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o‘rta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ta’limning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davlat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ta’lim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standartlari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hamda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asosida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ishlab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chiqilgan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uchun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maxsus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ta’lim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talablariga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muvofiq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bilim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olishlarini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ta’minlash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maqsadida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hamda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“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Ta’lim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to‘g‘risida”Bola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huquqlarining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kafolatlari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to‘g‘risida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”, “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Kadrlar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tayyorlash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milliy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dasturi to‘g‘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risida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”,”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O‘zbekiston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Respublikasida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nogironlarni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ijtimoiy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himoya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qilish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to‘g‘risida”asoslanib,bugungi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kunda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zaiflik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tomonlama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jumladan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“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Pedagogik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o’rganish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”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bizning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keng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maqsadimiz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bo’lib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qoldi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1929-yilda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O‘zbekiston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Respublikasi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markaziy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ijroiya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qo‘mitasi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raisi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Yo‘ldosh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Oxunboboyev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tashabbusi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bilan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nuqsonli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uchun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Toshkentda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alohida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maktab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ochildi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.”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jismoniy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rivojlanishda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kamchiliklari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bo‘lgan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bolalami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o'qitish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tarbiyalash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ishga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joylashtirish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haqida”gi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(1975)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Qarordan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keyin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turli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nuqsonli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bo‘lgan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munosabat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birmuncha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kuchaydi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Buning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natijasida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ancha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mukammallashtirilgan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darsliklar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yaratila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boshlandi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Biroq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yordamchi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maktab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maqsadi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vazifalari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bu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maktablardagi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ta’lim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-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tarbiya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ishlarini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tashkil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etish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dars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tuzilishi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ta’lim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tamoyillarining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qo’llanilish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xususiyatlari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ta’lim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usullari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o‘ziga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xos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tomonlari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tarbiyalash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masalalarini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boshqa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qator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muammolami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ochib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beruvchi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oligofrenopedagogika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fanidan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o‘zbek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tilida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birorta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qo‘llanmaning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yo‘qligi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qilinayotgan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ishlarimizning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yanada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samarali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bo‘lishiga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to‘sqinlik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qilib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kelgan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Mustaqillik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sharofati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bilan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yangi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darsliklar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o‘quv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qo‘llanmalar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o‘zbek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tilida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yaratilishiga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nashr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etilishiga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keng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imkon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yaratildi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Jumladan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«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o‘quvchilar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psixologiyasi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», «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Ruhiy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rivojlanishi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sustlashgan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psixologiyasi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»,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A.Soatov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P.M.Po‘latova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bilan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hammualliflikda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«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Oligofrenopedagogika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asoslari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»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o‘quv-metodik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qo‘llanmalarini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yaratdi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ru-R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Объект 17">
            <a:extLst>
              <a:ext uri="{FF2B5EF4-FFF2-40B4-BE49-F238E27FC236}">
                <a16:creationId xmlns:a16="http://schemas.microsoft.com/office/drawing/2014/main" id="{F8B80B26-B01C-454A-8189-4603AAB2A28B}"/>
              </a:ext>
            </a:extLst>
          </p:cNvPr>
          <p:cNvSpPr txBox="1">
            <a:spLocks/>
          </p:cNvSpPr>
          <p:nvPr/>
        </p:nvSpPr>
        <p:spPr>
          <a:xfrm>
            <a:off x="541609" y="1524708"/>
            <a:ext cx="10950479" cy="4774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spcAft>
                <a:spcPts val="600"/>
              </a:spcAft>
              <a:buNone/>
              <a:defRPr/>
            </a:pP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zaiflik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zaif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deganda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bosh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miyaning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organik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jihatdan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jarohatlanishi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natijasida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psixik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birinchi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navbatda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intellektual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rivojlanishning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turg‘un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pasayishi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tushuniladi.Aqli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zaif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umum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ta’lim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maktablari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dasturini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о’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zlashtirishga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qodir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bo'lmaydilar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Og’ir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darajadagi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zaif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maktabda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bilim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ko'nikmalarni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o'zlashtirib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ololmaydilar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Aqliy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zaiflik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bu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butun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ruhiyatning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umuman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shaxsning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markaziy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asab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tizimiga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barqaror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organik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shikastlanishi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natijasida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sifatli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o'zgarish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. Bu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nafaqat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rivojlanish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balki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hissiyotlar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irodalar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xatti-harakatlar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jismoniy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rivojlanishda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ham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azoblanadigan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rivojlanishning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atipiyasi.Aqli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zaif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bilim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qiziqishlarining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rivojlanmaganligi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bilan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ajralib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turadi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bu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ularning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bilimga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bo'lgan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ehtiyojni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his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qiladigan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oddiy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rivojlanayotgan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tengdoshlaridan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kam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ekanligidir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Ular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sekinroq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sur'atlarga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ega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idrokni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kam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farqlashadi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zaif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bolalarni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o'qitishda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bu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xususiyatlar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tan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olishning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sust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sur'atlarida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namoyon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bo'ladi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shuningdek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o'quvchilar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ko'pincha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ovozli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harflar,so'zlar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o'xshash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harflar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raqamlar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ob'ektlarni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chalkashtirib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yuborishadi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Idrok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hajmining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torayishi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ham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qayd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etilgan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Ushbu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toifadagi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umumiy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tushunish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uchun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muhim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bo'lgan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materialni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ko'rmasdan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yoki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eshitmasdan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tomosha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qilinayotgan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ob'ektning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alohida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qismlarini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eshitishadi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Ta'kidlashning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barcha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kamchiliklari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ushbu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jarayonning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yetarli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emasligi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fonida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yuzaga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keladi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Ularning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idrokini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boshqarish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kerak.Aqli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zaif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bolalardagi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barcha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aqliy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operatsiyalar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yetarli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darajada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shakllanmagan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o'ziga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xos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xususiyatlarga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ega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Obektlarni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sintez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qilish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tahlil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qilish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qiyin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Ularning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alohida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qismlarini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ob'ektlarga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matnda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ajratib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ular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o'rtasida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aloqa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o'rnatmaydilar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Obekt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hodisalardagi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asosiy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narsani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ajratib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bo'lmaydigan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qilib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talabalar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qiyosiy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tahlil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qilish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sintez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qilish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muhim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bo'lmagan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xususiyatlarga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asoslanib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taqqoslash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qiyinlashadi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zaif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odamni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fikrlashning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o'ziga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xos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xususiyati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tanqidiylik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ularning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xatolarini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sezmaslik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fikr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jarayonlarining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faolligi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pasayishi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fikrlashning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tartibga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soluvchi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rolining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sustligi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Ushbu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bolalardagi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xotiraning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asosiy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jarayonlari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ham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o'ziga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xos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xususiyatlarga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ega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tashqi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ba'zida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tasodifiy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seziladigan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vizual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belgilar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yaxshiroq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esga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olinadi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ichki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mantiqiy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aloqalarni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tanib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olish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eslab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qolish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qiyin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kechadi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keyinchalik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o'zboshimchalik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bilan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eslab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qolish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shakllanadi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;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og'zaki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materialni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takrorlashda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ko'plab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xatolar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Asab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tizimining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umumiy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zaifligi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tufayli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epizodik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unutish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xarakterlidir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zaif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bolalarning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tasavvurlari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parchalangan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noto'g'ri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sxematik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ru-RU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Объект 17">
            <a:extLst>
              <a:ext uri="{FF2B5EF4-FFF2-40B4-BE49-F238E27FC236}">
                <a16:creationId xmlns:a16="http://schemas.microsoft.com/office/drawing/2014/main" id="{F8B80B26-B01C-454A-8189-4603AAB2A28B}"/>
              </a:ext>
            </a:extLst>
          </p:cNvPr>
          <p:cNvSpPr txBox="1">
            <a:spLocks/>
          </p:cNvSpPr>
          <p:nvPr/>
        </p:nvSpPr>
        <p:spPr>
          <a:xfrm>
            <a:off x="541609" y="1524708"/>
            <a:ext cx="10950479" cy="47744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Nutqning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barcha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tomonlari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azoblanadi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fonetik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leksik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grammatik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Yozuvda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turli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xil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buzilishlar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mavjud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o'qish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texnikasini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o'zlashtirishda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qiyinchiliklar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mavjud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bo'lib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og'zaki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muloqotga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ehtiyoj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kamayadi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odatdagi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tengdoshlariga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qaraganda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ko'proq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e'tiborni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kamchiliklarini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ta'kidladilar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: past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barqarorlik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diqqatni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taqsimlashdagi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qiyinchilik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sekin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almashtirish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Ixtiyoriy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e'tiborning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sustligi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o'quv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jarayonida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diqqat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ob'ektlarining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tez-tez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o'zgarib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turishi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biron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ob'ektga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yoki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faoliyatning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turiga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diqqatni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jamlashning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mumkin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emasligi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bilan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namoyon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bo'ladi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Hissiy-ixtiyoriy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sohasi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qator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xususiyatlarga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Tuyg'ularning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beqarorligi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qayd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etilgan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Tajribalar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yuzaki,to'satdan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hissiy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o'zgarishlar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holatlari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mavjud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yuqori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hissiy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qo'zg'aluvchanlikdan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ma'lum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hissiy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pasayishga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qadar.O'z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niyatlari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motivatsiyalari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katta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taklifi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zaifligi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nogiron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ixtiyoriy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jarayonlarining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o'ziga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xos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xususiyatlari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kuchli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iroda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kuchini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talab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qilmaydigan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oson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usulni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afzal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ko'rishadi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Shuning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uchun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faoliyatida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ko'pincha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taqlid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dürtüsel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harakatlar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kuzatiladi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Talablarning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orqada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qolishi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tufayli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nogironligi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bo'lgan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ba'zi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talabalar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salbiy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o'jarlikni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rivojlantiradilar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o'quvchilarning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jarayonlarining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barcha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bu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xususiyatlari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faoliyati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yo'nalishiga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ta'sir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qiladi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Oligofrenopedagogika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—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tarbiyalash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o‘qitish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haqidagi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fan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bo‘lib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defektologiyaning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qismi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hisoblanadi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Pedagogikaning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umumpedagogik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didaktik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tamoyillarini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qo‘llash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ta’lim-tarbiyasida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o‘ziga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xos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xususiyatlar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kasb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etadi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Ta’limiy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materiallarni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tanlash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mehnat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tayyorgarligini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aniqlash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jismoniy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rivojlantirish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ishlari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tuzatish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mazmunini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kasb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etishi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kerak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Tuzatish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korreksiya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deganda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jismoniy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ruhiy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nuqsonlarini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to‘g‘rilash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yumshatish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hayotga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moslashtirish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tushuniladi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Tuzatish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ishlarida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nuqsonli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rivojlanish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imkoniyatlariga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asoslaniladi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0658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Объект 17">
            <a:extLst>
              <a:ext uri="{FF2B5EF4-FFF2-40B4-BE49-F238E27FC236}">
                <a16:creationId xmlns:a16="http://schemas.microsoft.com/office/drawing/2014/main" id="{F8B80B26-B01C-454A-8189-4603AAB2A28B}"/>
              </a:ext>
            </a:extLst>
          </p:cNvPr>
          <p:cNvSpPr txBox="1">
            <a:spLocks/>
          </p:cNvSpPr>
          <p:nvPr/>
        </p:nvSpPr>
        <p:spPr>
          <a:xfrm>
            <a:off x="541609" y="1524708"/>
            <a:ext cx="10950479" cy="477449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Oligofrenopedagogikaning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mavzu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bahsi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—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nuqsonli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ta’limtarbiyasi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rivojlanishidir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Bu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esa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doim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g‘oyaviy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kurashlar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uchun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manba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bo‘lib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kelgan.Aqli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bolalaming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rivojlanish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imkoniyatlari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ijtimoiy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mehnatga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moslashish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masalalari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ham o ‘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tkir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munozaralarga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sabab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bo‘lgan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Chet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el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«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defektologlarining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»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ta’kidlashicha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ongi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tashqi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olamni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aks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ettirish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sifatida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emas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balki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ichki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nuqsonli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holatining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aks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etishidir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Shu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asosda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«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axloqiy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nuqsonlilik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», «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axloqsizlik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»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xosdir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deb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tushuntirishga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urinadilar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G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o‘yoki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tug‘ma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yolg‘onchilik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egoizm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qaysarlik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kabi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xislatlar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bilan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dunyoga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kelar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ekanlar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ta’kidlashicha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rivojlanishga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tuzatilishga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imkoniyatlari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bo‘lmagan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nuqsonlilardir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Bunga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o'xshash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qarama-qarshiliklar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ayniqsa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sobiq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tuzumning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bolalaming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qobiliyatlarini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aniqlash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vaqtlarida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testlardan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noto‘g‘ri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foydalanish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natijasida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normal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bolalaming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ko‘pchiligi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asossiz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ravishda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yordamchi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maktablarga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yuborildi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Bu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narsa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haqiqiy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bolalaming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ta’lim-tarbiya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usullarini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tamoyillarini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ishlab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chiqishga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juda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katta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salbiy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ta’sir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etdi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Oligofrenopedagogika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nuqsonli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shaxs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rivojida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irsiy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omillarga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alohida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e’tibor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beradi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Ammo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irsiy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nasliy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belgilar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shaxsning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ijtimoiy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mohiyatini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belgilamaydi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Bilimlar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axloqiy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moyillik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ko‘nikma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malakalar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xromosomlar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orqali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nasliy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yo‘l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bilan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avloddan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avlodga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berilmaydi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Balki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bular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hayot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jarayonida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orttirilib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boriladi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Inson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tug‘ma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tabiiy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belgilar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bilan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unga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ta’sir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etuvchi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holatlarning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o‘zaro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mahsulidir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Intellektual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rivojlanmagan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ma'rifiy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faoliyatni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o'rganish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ko'nikmalarining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etishmasligini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ta'kidlab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ularda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faoliyatning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maqsadga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muvofiqligi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o'z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faoliyatini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mustaqil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rejalashtirishda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qiyinchiliklar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mavjudligini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ta'kidlash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kerak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ishlashni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zaruriy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yo'naltirmasdan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boshlaydilar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asosiy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maqsadga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yo'naltirmaydilar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Natijada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paytida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ko'pincha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harakatni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to'g'ri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boshlanganidan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uzoqlashadi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ilgari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bajarilgan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harakatlarga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o'tadilar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boshqa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vazifani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bajarayotganlarini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hisobga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olmay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ularni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o'zgarishsiz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qoldiradilar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Maqsaddan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chetga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chiqish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qiyinchiliklar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paydo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bo'lganda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kuzatiladi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olingan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natijalarni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oldiga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qo'yilgan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vazifalar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bilan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o'zaro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bog'lamaydilar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shuning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uchun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echimini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to'g'ri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baholay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olmaydilar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ishidagi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tanqidsizlik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bu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faoliyatining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o'ziga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xos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xususiyatidir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endParaRPr lang="ru-R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53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Объект 17">
            <a:extLst>
              <a:ext uri="{FF2B5EF4-FFF2-40B4-BE49-F238E27FC236}">
                <a16:creationId xmlns:a16="http://schemas.microsoft.com/office/drawing/2014/main" id="{F8B80B26-B01C-454A-8189-4603AAB2A28B}"/>
              </a:ext>
            </a:extLst>
          </p:cNvPr>
          <p:cNvSpPr txBox="1">
            <a:spLocks/>
          </p:cNvSpPr>
          <p:nvPr/>
        </p:nvSpPr>
        <p:spPr>
          <a:xfrm>
            <a:off x="541609" y="1524708"/>
            <a:ext cx="10950479" cy="4774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zaiflikning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klinik-psixologik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ko’rinishida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yetakchi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nuqson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bilish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faolivatining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rivojlanmay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qolganligidir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Bilish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faoliyatining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pasayganligi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fikrlash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operatsiyalari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psixik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jarayonlaming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sur’ati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harakatchanligining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buzilishi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diqqat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xotira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qator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po'stloq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funksiyalarning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rivojlanmay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qolganligida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namoyon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bo’ladi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zaiflikning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etiologiyasi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turlicha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zaiflik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homilaning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ona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qornidaligida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tug'ilishda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yoki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ilk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rivojlanish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davrida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markaziy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nerv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tizimining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genetik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buzilishlari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jarohatlar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asfiksiya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infeksiyalar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intoksikatsiyalar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oqibatida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kelib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chiqadi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zaiflikning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asosiy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formalarini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klinik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tavsifi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jarohatning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patogenezi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salbiy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tasirning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vaqti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bilan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chambarchas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bog'liqdir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Ontogeneznmg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ilk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bosqichlarida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markaziy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nerv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tizimining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jarohatlanishida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(1,5yoshgacha)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birinchi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navbatda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po'stloq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tizimining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shakllanishiga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zarar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yetadi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Jarohatlanishning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morfologik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ko'rinishda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psixik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nuqsonning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klinik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namoyon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bo’lishida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rivojlanmay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qolish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ustun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bo'ladi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Bunday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hollarda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oligofreniyalarning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turli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variantlari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haqida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gapirish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mumkin.Kattaroq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yoshda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ya’ni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bosh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miyaning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po'stloq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tizimining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nisbatan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yetilganroq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davrda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yuz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bergan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salbiy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ta’sir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natijasidagi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nerv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tizimining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morfologik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klinik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ko’rinishda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demensiyaning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turli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ko’rinishlari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ustunlik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qiladi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OLIGOFRENIYA - (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grekcha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oligos -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kam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freno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markaziy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nerv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sistemasining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jarohatlanishi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natijasida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embrionligidan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to 1,5-2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yoshgacha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psixik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faoliyatning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murakkab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formalarining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rivojlanmay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qolishi.Shu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sababli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biz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oligofreniya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atamasidan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foydalanamiz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endParaRPr lang="ru-R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356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Объект 17">
            <a:extLst>
              <a:ext uri="{FF2B5EF4-FFF2-40B4-BE49-F238E27FC236}">
                <a16:creationId xmlns:a16="http://schemas.microsoft.com/office/drawing/2014/main" id="{F8B80B26-B01C-454A-8189-4603AAB2A28B}"/>
              </a:ext>
            </a:extLst>
          </p:cNvPr>
          <p:cNvSpPr txBox="1">
            <a:spLocks/>
          </p:cNvSpPr>
          <p:nvPr/>
        </p:nvSpPr>
        <p:spPr>
          <a:xfrm>
            <a:off x="541609" y="1524708"/>
            <a:ext cx="10950479" cy="4774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«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Oligofreniya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»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terminining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klinik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ko'rinishi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quyidagilar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bilan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harakterlanadigan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holatlarni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nazarda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tutadi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>
              <a:spcAft>
                <a:spcPts val="600"/>
              </a:spcAft>
              <a:defRPr/>
            </a:pP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Psixik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rivojlanmay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qolganlikning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turg'un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harakterdaligi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; </a:t>
            </a:r>
          </a:p>
          <a:p>
            <a:pPr>
              <a:spcAft>
                <a:spcPts val="600"/>
              </a:spcAft>
              <a:defRPr/>
            </a:pP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Intellektual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nuqson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tuzilishda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mavhum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tafakkurning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zaifligini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ustunligi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; </a:t>
            </a:r>
          </a:p>
          <a:p>
            <a:pPr>
              <a:spcAft>
                <a:spcPts val="600"/>
              </a:spcAft>
              <a:defRPr/>
            </a:pP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Progrediyentlikning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yo'qligi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Oligofreniyaning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sabablari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turlichadir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0" indent="0">
              <a:spcAft>
                <a:spcPts val="600"/>
              </a:spcAft>
              <a:buNone/>
              <a:defRPr/>
            </a:pP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Etiologik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belgilar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bo'yicha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oligofreniya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ikkita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asosiy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guruhga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ajratiladi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>
              <a:spcAft>
                <a:spcPts val="600"/>
              </a:spcAft>
              <a:defRPr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Endogen (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genetik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ta’sirlar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oqibatida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kelib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chiqqan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irsiy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patologiya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bilan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bog’langan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yoki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oilada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mavjud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bo'lgan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yoki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ushbu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individda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birinchi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marta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paydo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bo’lgan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oligofreniya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; </a:t>
            </a:r>
          </a:p>
          <a:p>
            <a:pPr>
              <a:spcAft>
                <a:spcPts val="600"/>
              </a:spcAft>
              <a:defRPr/>
            </a:pP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Ekzogen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ta’sirlar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natijasida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homilalik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yoki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postnatal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ontogenezning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dastlabki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bosqichlaridagi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infeksiyalar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intoksikatsiyalari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bosh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miya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travmalari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kelib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chiqqan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oligofreniya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spcAft>
                <a:spcPts val="600"/>
              </a:spcAft>
              <a:defRPr/>
            </a:pPr>
            <a:endParaRPr lang="ru-R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876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Объект 17">
            <a:extLst>
              <a:ext uri="{FF2B5EF4-FFF2-40B4-BE49-F238E27FC236}">
                <a16:creationId xmlns:a16="http://schemas.microsoft.com/office/drawing/2014/main" id="{F8B80B26-B01C-454A-8189-4603AAB2A28B}"/>
              </a:ext>
            </a:extLst>
          </p:cNvPr>
          <p:cNvSpPr txBox="1">
            <a:spLocks/>
          </p:cNvSpPr>
          <p:nvPr/>
        </p:nvSpPr>
        <p:spPr>
          <a:xfrm>
            <a:off x="541609" y="1524708"/>
            <a:ext cx="10950479" cy="4774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Tekshirish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metodlarining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takomillashib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borishi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munosabati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bilan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nerv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sistemasining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genetik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jarohatlanishi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sabablariga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katta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ahamiyat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berib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kelinmoqda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zaiflikning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kelib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chiqishidagi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ko'p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hollar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ana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shu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sabablarga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bog'liq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deb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ko'rsatilmoqda.Aqli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zaiflikning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genetik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formasiga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xromosomalaming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turli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buzilishlan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bilan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bog'liq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oligofreniya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kiradi.Bunda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xujayradagi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xromosomalarning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soni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o'zgarishi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mozaik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shaklda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bo'lishi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ba’zi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xujayralarda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xromosomalar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sonini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o'zgarishi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xromosomalarning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tuzilishining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buzilishi-xromosomalarning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qisminmg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yo'qolishi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deletsiya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),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xromosomaning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qismini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boshqasiga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qo'shilishi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translokatsiya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),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xromosoma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formasining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o'zgarishlari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kuzatiladi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Xromosomalar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buzilishining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sabablari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turlicha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bo'lib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toliq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aniqlanmagan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Bularga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xususan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ota-onalarning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generativ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xujayralaring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to'la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rivojlanmaganligi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xromosomalar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qatorming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noto’g'ri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bo'lishi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yosh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o'tgan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sari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«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qarishi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»,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kimyoviy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moddalar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bilan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zararlamshi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surunkali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kasalliklar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radiatsiya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kiradi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Ota-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onalar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jinsiy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xujayralarining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rivojlanmay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qolishida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xujayralarning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bo’linishi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jarayonida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xromosomalarning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ajralishi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buziladi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turli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variantdagi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xromosomalarning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buzilishi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kelib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chiqadi.Genetik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sabablarga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ko'ra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oligofreniyaning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ikkinchi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guruh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enzimolatiya-turli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fermentlarning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tug’ma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rivojlanmay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qolganligi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tufayli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moddalar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almashinuvining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buzilishi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natijasida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kelib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chiqadi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Hozirgi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vaqtda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genetik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sabablarga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ko'ra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moddalar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almashinuvining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buzilishi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natijasida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kelib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chiqadigan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aqli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zaiflik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fenilketonuriva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galaktozemiya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gistidinamiya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gistinuriya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tirozimemya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fruktozuriya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boshqalar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ko'p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kuzatilmoqda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ko'p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fenilketonuriya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uchraydi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Bu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kasalliklarda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ma’lum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fermentnmg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tug'ma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yo'q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bo'lishi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organizmda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zaharli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moddalarni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yig'ilishiga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olib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keladi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fenilalanin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gistidin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arginin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leysin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miyasi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zaxarlanadi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Bunday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buzilishlar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bilan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oligofreniyaning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qator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og’ir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formalarini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kelib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chiqishi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bog'liqdir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patogenezini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yoritish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-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davolashning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samarali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yo'llarini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topishga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yordam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beradi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ru-R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394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Объект 17">
            <a:extLst>
              <a:ext uri="{FF2B5EF4-FFF2-40B4-BE49-F238E27FC236}">
                <a16:creationId xmlns:a16="http://schemas.microsoft.com/office/drawing/2014/main" id="{F8B80B26-B01C-454A-8189-4603AAB2A28B}"/>
              </a:ext>
            </a:extLst>
          </p:cNvPr>
          <p:cNvSpPr txBox="1">
            <a:spLocks/>
          </p:cNvSpPr>
          <p:nvPr/>
        </p:nvSpPr>
        <p:spPr>
          <a:xfrm>
            <a:off x="541609" y="1524708"/>
            <a:ext cx="10950479" cy="4774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Oligofreniyaning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kelib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chiqishida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poligen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turdagi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irsiyatga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ham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alohida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ahamiyat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beriladi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Bunda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avlodda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ota-onalardan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o'tgan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patologik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irsiy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omillarning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to'planishi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yuz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beradi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Oligofreniyamng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ekzogen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formasiga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shunday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holatlar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kiritiladiki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bunda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nerv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tizimining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rivojlanmay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qolishga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homilalik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davrida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bolaning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miyasiga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tashqi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salbiy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ta’sirlar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sabab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bo'ladi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Bularga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embrionlik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homilalik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davrida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turli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surunkali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toksoplazmoz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sifilis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boshqalar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o'tkir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onaning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homiladorlik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vaqtida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qizilcha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gripp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epidemik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parotit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infeksiyali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gepatit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toshma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chechak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boshqalar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yuqumli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kasalliklarning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ta’siri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natijasida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kelib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chiqadigan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oligofreniyamng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formalari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kiritiladi.Ona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organizmining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alkogol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kimyoviy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moddalar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shuningdek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ba’zi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dori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-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darmonlar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antibiotiklar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kulfanilamidlar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barbituratlar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xinin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gormonlar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hokazo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bilan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zaharlanishi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ham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oligofreniyaning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kelib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chiqishiga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sabab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bo'ladi.Radiaktiv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rentgendan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nurlanish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ham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homilaga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ota-onalarning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hujayralariga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patogen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tarzda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ta’sir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ko'rsatadi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Onadagi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turli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endokrin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kasalliklar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ham (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diabet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qalqon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bezlarining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gipofizning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jarohatlari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patogen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rol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o'ynaydi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Homiladorlikdagi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toksikozlar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vitaminlar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muvozanatining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buzilishi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ham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salbiy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ta’sir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ko'rsatadi.Onadagi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yurak-tomir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tizimidagi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o'pkadagi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jigar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buyraklardagi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surunkali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yetishmovchiliklar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homilaning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patologiyasiga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olib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keladi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Ona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homila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qonlarining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rezus-omil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bo'yicha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bir-biriga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to'g‘ri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kelmasligi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ham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salbiy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oqibatlarga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olib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keladi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Tug’ilishdan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oldin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homilada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kislorodmng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uzoq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vaqt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yetishmasligi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gipoksiya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miyaning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shakllanishiga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ta’sir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ko'rsatadi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Homilaning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zararlanishida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ta’sirning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vaqti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ham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muhim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ahamiyat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kasb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etadi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Homiladorlikning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dastlabki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uch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oyi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juda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xavfli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bo'lib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bu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vaqtda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organizmning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muhim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tomonlari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miyaning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shakllanishi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yuz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beradi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endParaRPr lang="ru-R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85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38200" y="2235200"/>
            <a:ext cx="10515600" cy="2387600"/>
          </a:xfrm>
        </p:spPr>
        <p:txBody>
          <a:bodyPr rtlCol="0" anchor="ctr" anchorCtr="0">
            <a:normAutofit/>
          </a:bodyPr>
          <a:lstStyle/>
          <a:p>
            <a:pPr algn="ctr" rtl="0"/>
            <a:r>
              <a:rPr lang="en-US" sz="4800" dirty="0">
                <a:solidFill>
                  <a:schemeClr val="bg1"/>
                </a:solidFill>
              </a:rPr>
              <a:t>E’TIBORINGIZ UCHUN RAHMAT.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4294967295"/>
          </p:nvPr>
        </p:nvSpPr>
        <p:spPr>
          <a:xfrm>
            <a:off x="838200" y="5798098"/>
            <a:ext cx="2531047" cy="513644"/>
          </a:xfrm>
        </p:spPr>
        <p:txBody>
          <a:bodyPr rtlCol="0">
            <a:normAutofit fontScale="77500" lnSpcReduction="20000"/>
          </a:bodyPr>
          <a:lstStyle/>
          <a:p>
            <a:pPr marL="0" indent="0" rtl="0">
              <a:buNone/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USMONOVA MADINA</a:t>
            </a:r>
            <a:endParaRPr lang="ru-RU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DC5D24FC-DE85-4CDC-AEF9-A5BF4C057FD6}"/>
              </a:ext>
            </a:extLst>
          </p:cNvPr>
          <p:cNvSpPr txBox="1">
            <a:spLocks/>
          </p:cNvSpPr>
          <p:nvPr/>
        </p:nvSpPr>
        <p:spPr>
          <a:xfrm>
            <a:off x="6973711" y="5759840"/>
            <a:ext cx="4380089" cy="5136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00" dirty="0">
                <a:solidFill>
                  <a:schemeClr val="bg1"/>
                </a:solidFill>
                <a:latin typeface="+mj-lt"/>
              </a:rPr>
              <a:t>JIZZAX DAVLAT PEDAGOGIKA INSTITUTI</a:t>
            </a:r>
          </a:p>
        </p:txBody>
      </p:sp>
    </p:spTree>
    <p:extLst>
      <p:ext uri="{BB962C8B-B14F-4D97-AF65-F5344CB8AC3E}">
        <p14:creationId xmlns:p14="http://schemas.microsoft.com/office/powerpoint/2010/main" val="758969851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30_TF10001108_Win32" id="{108FE444-BA81-406C-926B-C22433040ED4}" vid="{B828EE0D-6F30-46BE-9117-D5BB5149D8B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{B0BF03D7-CEC6-4FBA-89C1-541128DB19EA}tf10001108_win32</Template>
  <TotalTime>42</TotalTime>
  <Words>2077</Words>
  <Application>Microsoft Office PowerPoint</Application>
  <PresentationFormat>Широкоэкранный</PresentationFormat>
  <Paragraphs>41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Segoe UI</vt:lpstr>
      <vt:lpstr>Segoe UI Light</vt:lpstr>
      <vt:lpstr>WelcomeDoc</vt:lpstr>
      <vt:lpstr>NOGIRON BOLALARNING PSIXOLOGIK-PEDAGOGIK XUSUSIYATLARI AQLI ZAIF BOLARNING UMUMIY VA O'ZIGA XOS ETIOLOGIK XUSUSIYATI. TA'LIM MUASSASALARI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E’TIBORINGIZ UCHUN RAHMAT.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NOGIRON BOLA RIVOJLANISHINING BARCHA BOSQICHLARIDA DAVOLASH-PEDAGOGIK CHORA-TADBIRLARI.</dc:title>
  <dc:creator>Ziyodullo</dc:creator>
  <cp:keywords/>
  <cp:lastModifiedBy>Ziyodullo</cp:lastModifiedBy>
  <cp:revision>2</cp:revision>
  <dcterms:created xsi:type="dcterms:W3CDTF">2022-02-20T17:47:04Z</dcterms:created>
  <dcterms:modified xsi:type="dcterms:W3CDTF">2022-02-20T18:30:02Z</dcterms:modified>
  <cp:version/>
</cp:coreProperties>
</file>